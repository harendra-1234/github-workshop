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endraharendrayadav346@gmail.com" userId="9f2cfaf96d25a034" providerId="LiveId" clId="{222FC0E5-01EB-4122-84C4-5C814557B9FD}"/>
    <pc:docChg chg="custSel modSld">
      <pc:chgData name="harendraharendrayadav346@gmail.com" userId="9f2cfaf96d25a034" providerId="LiveId" clId="{222FC0E5-01EB-4122-84C4-5C814557B9FD}" dt="2025-12-03T16:09:50.528" v="19" actId="5793"/>
      <pc:docMkLst>
        <pc:docMk/>
      </pc:docMkLst>
      <pc:sldChg chg="modSp mod">
        <pc:chgData name="harendraharendrayadav346@gmail.com" userId="9f2cfaf96d25a034" providerId="LiveId" clId="{222FC0E5-01EB-4122-84C4-5C814557B9FD}" dt="2025-12-03T16:09:50.528" v="19" actId="5793"/>
        <pc:sldMkLst>
          <pc:docMk/>
          <pc:sldMk cId="2506202837" sldId="256"/>
        </pc:sldMkLst>
        <pc:spChg chg="mod">
          <ac:chgData name="harendraharendrayadav346@gmail.com" userId="9f2cfaf96d25a034" providerId="LiveId" clId="{222FC0E5-01EB-4122-84C4-5C814557B9FD}" dt="2025-12-03T16:09:50.528" v="19" actId="5793"/>
          <ac:spMkLst>
            <pc:docMk/>
            <pc:sldMk cId="2506202837" sldId="256"/>
            <ac:spMk id="2" creationId="{31971F80-8914-CA2F-A12D-7C1E4E3FB017}"/>
          </ac:spMkLst>
        </pc:spChg>
      </pc:sldChg>
      <pc:sldChg chg="addSp mod">
        <pc:chgData name="harendraharendrayadav346@gmail.com" userId="9f2cfaf96d25a034" providerId="LiveId" clId="{222FC0E5-01EB-4122-84C4-5C814557B9FD}" dt="2025-11-16T18:25:05.630" v="0" actId="11529"/>
        <pc:sldMkLst>
          <pc:docMk/>
          <pc:sldMk cId="1805330592" sldId="263"/>
        </pc:sldMkLst>
        <pc:spChg chg="add">
          <ac:chgData name="harendraharendrayadav346@gmail.com" userId="9f2cfaf96d25a034" providerId="LiveId" clId="{222FC0E5-01EB-4122-84C4-5C814557B9FD}" dt="2025-11-16T18:25:05.630" v="0" actId="11529"/>
          <ac:spMkLst>
            <pc:docMk/>
            <pc:sldMk cId="1805330592" sldId="263"/>
            <ac:spMk id="4" creationId="{F9B8094B-09F0-9CEE-C33C-423ACFFD4674}"/>
          </ac:spMkLst>
        </pc:spChg>
      </pc:sldChg>
    </pc:docChg>
  </pc:docChgLst>
  <pc:docChgLst>
    <pc:chgData name="harendraharendrayadav346@gmail.com" userId="9f2cfaf96d25a034" providerId="LiveId" clId="{2347DF9F-9690-7341-A3B5-15A447C5004E}"/>
    <pc:docChg chg="addSld">
      <pc:chgData name="harendraharendrayadav346@gmail.com" userId="9f2cfaf96d25a034" providerId="LiveId" clId="{2347DF9F-9690-7341-A3B5-15A447C5004E}" dt="2024-10-03T13:23:05.041" v="6" actId="680"/>
      <pc:docMkLst>
        <pc:docMk/>
      </pc:docMkLst>
      <pc:sldChg chg="new">
        <pc:chgData name="harendraharendrayadav346@gmail.com" userId="9f2cfaf96d25a034" providerId="LiveId" clId="{2347DF9F-9690-7341-A3B5-15A447C5004E}" dt="2024-10-03T13:23:02.836" v="0" actId="680"/>
        <pc:sldMkLst>
          <pc:docMk/>
          <pc:sldMk cId="2301208899" sldId="257"/>
        </pc:sldMkLst>
      </pc:sldChg>
      <pc:sldChg chg="new">
        <pc:chgData name="harendraharendrayadav346@gmail.com" userId="9f2cfaf96d25a034" providerId="LiveId" clId="{2347DF9F-9690-7341-A3B5-15A447C5004E}" dt="2024-10-03T13:23:03.391" v="1" actId="680"/>
        <pc:sldMkLst>
          <pc:docMk/>
          <pc:sldMk cId="91267557" sldId="258"/>
        </pc:sldMkLst>
      </pc:sldChg>
      <pc:sldChg chg="new">
        <pc:chgData name="harendraharendrayadav346@gmail.com" userId="9f2cfaf96d25a034" providerId="LiveId" clId="{2347DF9F-9690-7341-A3B5-15A447C5004E}" dt="2024-10-03T13:23:03.979" v="2" actId="680"/>
        <pc:sldMkLst>
          <pc:docMk/>
          <pc:sldMk cId="3991970496" sldId="259"/>
        </pc:sldMkLst>
      </pc:sldChg>
      <pc:sldChg chg="new">
        <pc:chgData name="harendraharendrayadav346@gmail.com" userId="9f2cfaf96d25a034" providerId="LiveId" clId="{2347DF9F-9690-7341-A3B5-15A447C5004E}" dt="2024-10-03T13:23:04.359" v="3" actId="680"/>
        <pc:sldMkLst>
          <pc:docMk/>
          <pc:sldMk cId="3455657628" sldId="260"/>
        </pc:sldMkLst>
      </pc:sldChg>
      <pc:sldChg chg="new">
        <pc:chgData name="harendraharendrayadav346@gmail.com" userId="9f2cfaf96d25a034" providerId="LiveId" clId="{2347DF9F-9690-7341-A3B5-15A447C5004E}" dt="2024-10-03T13:23:04.570" v="4" actId="680"/>
        <pc:sldMkLst>
          <pc:docMk/>
          <pc:sldMk cId="660412278" sldId="261"/>
        </pc:sldMkLst>
      </pc:sldChg>
      <pc:sldChg chg="new">
        <pc:chgData name="harendraharendrayadav346@gmail.com" userId="9f2cfaf96d25a034" providerId="LiveId" clId="{2347DF9F-9690-7341-A3B5-15A447C5004E}" dt="2024-10-03T13:23:04.839" v="5" actId="680"/>
        <pc:sldMkLst>
          <pc:docMk/>
          <pc:sldMk cId="3812669956" sldId="262"/>
        </pc:sldMkLst>
      </pc:sldChg>
      <pc:sldChg chg="new">
        <pc:chgData name="harendraharendrayadav346@gmail.com" userId="9f2cfaf96d25a034" providerId="LiveId" clId="{2347DF9F-9690-7341-A3B5-15A447C5004E}" dt="2024-10-03T13:23:05.041" v="6" actId="680"/>
        <pc:sldMkLst>
          <pc:docMk/>
          <pc:sldMk cId="1805330592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71F80-8914-CA2F-A12D-7C1E4E3FB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Harendra Yadav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4D1160-7487-0F7E-198F-69930D561A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02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3DC7-3891-969D-CDAD-8836199F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2D5D8-3EED-BDBD-21A2-629AE6746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08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DDF1-4295-1E7E-E1B5-9236D8EC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D30D-CAB3-30FB-364D-CC15320EE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7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D76D-8072-BA09-B973-E6606F06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0F47-F6EC-1499-F7DF-DC7FCDBB3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7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B6A6-CEBE-6F61-A4D7-0D7AC8A5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E6D93-A93F-AC8D-7F32-2CDE2D22F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5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FE43-F176-C727-6870-EC3173DE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231F8-FE9A-7711-40C4-83EF5E440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1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4FA8-25AF-CC72-B16C-4532ECD6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99C8A-9289-B913-D50F-28C361F1D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6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7E19-01B0-FD3E-8493-A42C278F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CCA1-874B-6335-5685-F0D7C52A9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9B8094B-09F0-9CEE-C33C-423ACFFD4674}"/>
              </a:ext>
            </a:extLst>
          </p:cNvPr>
          <p:cNvSpPr/>
          <p:nvPr/>
        </p:nvSpPr>
        <p:spPr>
          <a:xfrm>
            <a:off x="5595871" y="1659835"/>
            <a:ext cx="2136772" cy="3670944"/>
          </a:xfrm>
          <a:custGeom>
            <a:avLst/>
            <a:gdLst>
              <a:gd name="connsiteX0" fmla="*/ 2136772 w 2136772"/>
              <a:gd name="connsiteY0" fmla="*/ 0 h 3670944"/>
              <a:gd name="connsiteX1" fmla="*/ 586268 w 2136772"/>
              <a:gd name="connsiteY1" fmla="*/ 3558208 h 3670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36772" h="3670944">
                <a:moveTo>
                  <a:pt x="2136772" y="0"/>
                </a:moveTo>
                <a:cubicBezTo>
                  <a:pt x="639276" y="2092186"/>
                  <a:pt x="-858219" y="4184373"/>
                  <a:pt x="586268" y="355820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3305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Harendra Yadav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harendraharendrayadav346@gmail.com</dc:creator>
  <cp:lastModifiedBy>harendraharendrayadav346@gmail.com</cp:lastModifiedBy>
  <cp:revision>1</cp:revision>
  <dcterms:created xsi:type="dcterms:W3CDTF">2024-10-03T13:22:55Z</dcterms:created>
  <dcterms:modified xsi:type="dcterms:W3CDTF">2025-12-03T16:09:53Z</dcterms:modified>
</cp:coreProperties>
</file>